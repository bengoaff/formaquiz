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trafic payant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pub presque sans risque, grâce à un seul mécanisme.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Comprendre comment acheter du trafic vers ton quiz sans risquer ton budget.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règle d'or avant toute pub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L'offre auto-liquidante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test minimal et le retargeting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Lire si ça vaut le coup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pub fait peur, et c'est normal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pub, c'est le seul levier payant de tout L'Atelier du Quiz. La peur n°1 : cramer son budget sans rien gagner.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vérité : la pub n'invente rien, elle accélère. Si ton quiz capte déjà des leads en gratuit, elle le fait juste plus vite et plus fort.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y a un mécanisme que les pros connaissent et qui rend la pub presque sans risque. C'est ça qu'on voit ici.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règle d'or : ne jamais payer pour du vide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ne lances JAMAIS de pub avant d'avoir prouvé que ton quiz transforme les visiteurs en leads, gratuitement.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ton quiz ne capte pas en gratuit, la pub ne fera qu'accélérer ta perte : tu paieras pour envoyer des gens dans un trou.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D'abord tu prouves que ça marche sans payer (les 7 jours). Ensuite, et seulement ensuite, tu mets de l'essence dans le moteur.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L'offre auto-liquidante : le coeur du système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Juste après le quiz, tu proposes une petite offre (entre 7 et 27€), ultra ciblée sur le résultat de la personne.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: que les ventes de cette petite offre remboursent ce que tu as dépensé en pub. Tu dépenses 10, l'offre te rend 10.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chaque euro de pub te revient, tu peux en acheter à l'infini sans risque. Tes leads se construisent gratuitement, et la pub passe de pari à robinet.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test minimal et le retargeting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commences petit : 5 à 10€ par jour, une cible simple. Pas besoin d'un gros budget pour savoir si ça mord.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hack le plus rentable : le retargeting des abandonneurs. Tu remontres ton quiz à ceux qui l'ont commencé sans le finir.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Ces gens te connaissent déjà et étaient intéressés : un tout petit budget suffit pour les ramener, et ça convertit très fort.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0,25 €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coût d'un lead pour Dropbox grâce au bon mécanisme, contre 200€ et plus en acquisition classique. La méthode change tout.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étude de cas Dropbox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4 réflexes du trafic payant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paie jamais avant que ton quiz capte des leads en gratuit.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Mets une offre auto-liquidante (7 à 27€) juste après le quiz.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Commence à 5-10€/jour, et retarge tes abandonneurs en priorité.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montes le budget seulement quand les maths sont bonnes.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la pub devient sans risque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dépenses 10€ de pub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gens font ton quiz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petite offre te rend 10€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gardes le lead gratuit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relances de la pub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l'offre rembourse la pub, tu peux en acheter sans fin.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L'offre auto-liquidante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Juste après le quiz, une petite offre à petit prix, taillée pour le résultat de la personne.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 ventes remboursent ta pub. Du coup, chaque lead capté ne te coûte plus rien : tu peux acheter du trafic sans limite.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secret des gros lanceurs : ils ne gagnent rien sur la première vente, mais récupèrent des leads gratuits à l'infini.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une offre à 17€ liée au résultat (un mini-cours, un modèle), et propose-la juste après le quiz.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L'offre auto-liquidante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quiz dit « Tu es débutant ». Juste après : « Ton kit de démarrage à 17€ pour passer à l'action cette semaine. » Sur 100 leads payés en pub, assez achètent pour rembourser ta dépense. Tes 100 leads deviennent gratuits.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retargeting des abandonneurs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remontres ton quiz, en pub, à ceux qui l'ont commencé mais pas terminé.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Ils étaient déjà intéressés et te connaissent. Les ramener coûte une misère, et ils convertissent bien mieux qu'une cible froide.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le poste de pub le plus rentable de presque toutes les boîtes : on récupère les presque-clients.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une audience « a commencé le quiz sans finir » et mets-y un tout petit budget pour les relancer.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retargeting des abandonneurs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Quelqu'un a fait 3 questions puis a fermé l'onglet. Le lendemain, il revoit ton quiz dans son fil : « Tu n'as pas fini ? Ton profil t'attend. » Il revient, finit, laisse son email. Pour quelques centimes.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de la pub « pour voir », sans offre auto-liquidante et sans avoir prouvé que ton quiz capte. Tu brûles ton budget.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D'abord le gratuit qui marche, ensuite l'offre qui rembourse, ensuite seulement la pub. Dans cet ordre, jamais avant.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la pub accélère mais n'invente rien : le quiz doit déjà capter en gratuit.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l'offre auto-liquidante rembourse ta pub et rend tes leads gratuits.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commencer petit et retarger tes abandonneurs en priorité.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ne monter le budget que quand les maths sont bonnes.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ton offre auto-liquidante et la brancher juste après le résultat de ton quiz.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Vérifie que ton quiz capte déjà des leads en gratuit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 une petite offre (7 à 27€) liée à un résultat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Prépare une audience de retargeting « quiz commencé non fini »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tu testes : 5€/jour, et tu observes les maths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BONUS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autre bonus quand tu veux : vendre avec ton quiz, exploiter les sondages, ou les popquiz.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2026-07-09T14:35:12Z</dcterms:created>
  <dcterms:modified xsi:type="dcterms:W3CDTF">2026-07-09T14:35:12Z</dcterms:modified>
</cp:coreProperties>
</file>