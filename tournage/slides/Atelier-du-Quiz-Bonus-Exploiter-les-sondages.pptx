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Exploiter les sondages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58368" y="37033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Connaître ta cible mieux que tes concurrents.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 programme aujourd'hui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60120"/>
          </a:xfrm>
          <a:prstGeom prst="roundRect">
            <a:avLst>
              <a:gd name="adj" fmla="val 11429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7315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Objectif  </a:t>
            </a:r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Utiliser un sondage pour parler à ta cible avec ses mots, et nourrir ton contenu et tes offres.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315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sondage, petit frère du quiz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pré-quiz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 parler l'ensemble des réponses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flywheel de données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devines ce que veut ta cible ? Demande-lui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plupart des créateurs inventent ce que veut leur audience, dans leur tête. Et passent à côté.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sondage, c'est le petit frère discret du quiz : pas de résultat fun, juste des questions pour récolter la vérité de ta cible.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Bien utilisé, il te fait connaître ton audience mieux que tes concurrents, et te donne des idées de contenu et d'offres que tu n'aurais jamais trouvées seul.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Sondage ou quiz : quelle différence 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quiz donne un résultat à la personne (son profil, son score). C'est un aimant à leads, fun et viral.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sondage, lui, te sert TOI : il récolte des réponses pour que tu comprennes ta cible. Le bénéfice est pour toi, pas pour le répondant.</a:t>
            </a:r>
            <a:endParaRPr lang="en-US" sz="1800" dirty="0"/>
          </a:p>
          <a:p>
            <a:pPr indent="0" marL="0">
              <a:lnSpc>
                <a:spcPct val="110000"/>
              </a:lnSpc>
              <a:spcAft>
                <a:spcPts val="1400"/>
              </a:spcAft>
              <a:buNone/>
            </a:pPr>
            <a:r>
              <a:rPr lang="en-US" sz="18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deux se font dans Tiquiz. Le quiz attire et capte ; le sondage écoute et informe. Ils se complètent.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pré-quiz : reprends leurs mots, à la source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 de créer ou d'améliorer un quiz, lance un court sondage à ton audience : ses douleurs, ses envies, ses mots exacts.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construis ensuite un quiz, et des offres, qui sonnent parfaitement juste, parce qu'ils sont écrits AVEC leurs mots.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ne devines plus : tu reprends, en masse et à la source, ce qu'ils t'ont dit eux-mêmes.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Faire parler l'ensemble, et le transformer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réponse, c'est anecdotique. 300 réponses, c'est de l'or : des tendances, des segments, le blocage n°1 qui revient.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L'analyse IA de Tiquiz (plans supérieurs) sort ces tendances pour toi, sans que tu épluches tout à la main.</a:t>
            </a:r>
            <a:endParaRPr lang="en-US" sz="1650" dirty="0"/>
          </a:p>
          <a:p>
            <a:pPr indent="0" marL="0">
              <a:lnSpc>
                <a:spcPct val="108000"/>
              </a:lnSpc>
              <a:spcAft>
                <a:spcPts val="1200"/>
              </a:spcAft>
              <a:buNone/>
            </a:pPr>
            <a:r>
              <a:rPr lang="en-US" sz="16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flywheel : tes réponses nourrissent ton contenu (un post par statistique), ton autorité (« j'ai sondé 300 personnes ») et ta prochaine offre (le blocage qui ressort le plus).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5D6C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22960" y="3108960"/>
            <a:ext cx="2560320" cy="256032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9601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PREUVE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 M$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58368" y="26974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générés avec la méthode ASK de Ryan Levesque, entièrement bâtie sur des sondages qui font parler la cible avant de créer.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58368" y="38862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: Ask, Ryan Levesque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4 réflexes sondage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3447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3447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te sert TOI : il récolte la vérité de ta cible.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17433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31743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215455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Sonde avant de créer, pour écrire avec leurs mots exacts.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100388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03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937510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C'est l'ensemble des réponses qui parle, pas une seule.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883342"/>
            <a:ext cx="457200" cy="457200"/>
          </a:xfrm>
          <a:prstGeom prst="ellipse">
            <a:avLst/>
          </a:prstGeom>
          <a:solidFill>
            <a:srgbClr val="5D6CD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8334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3720465"/>
            <a:ext cx="7223760" cy="782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réponse devient du contenu, de l'autorité, une offre.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flywheel de données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lances un sondage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847088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304288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7" name="Text 5"/>
          <p:cNvSpPr/>
          <p:nvPr/>
        </p:nvSpPr>
        <p:spPr>
          <a:xfrm>
            <a:off x="2350008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cible livre ses mots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11296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3968496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0" name="Text 8"/>
          <p:cNvSpPr/>
          <p:nvPr/>
        </p:nvSpPr>
        <p:spPr>
          <a:xfrm>
            <a:off x="4014216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sors des tendances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175504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632704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3" name="Text 11"/>
          <p:cNvSpPr/>
          <p:nvPr/>
        </p:nvSpPr>
        <p:spPr>
          <a:xfrm>
            <a:off x="5678424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crées du contenu juste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839712" y="2240280"/>
            <a:ext cx="457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296912" y="2240280"/>
            <a:ext cx="1207008" cy="960120"/>
          </a:xfrm>
          <a:prstGeom prst="roundRect">
            <a:avLst>
              <a:gd name="adj" fmla="val 9524"/>
            </a:avLst>
          </a:prstGeom>
          <a:solidFill>
            <a:srgbClr val="EAEC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42632" y="2240280"/>
            <a:ext cx="11155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de monde répond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35661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tu écoutes, plus tu vises juste. Et ça tourne tout seul.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pré-quiz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Avant de lancer un quiz, tu envoies un court sondage pour récolter les mots exacts de ta cible.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quiz écrit avec LEURS mots sonne juste et convertit fort. Tu ne devines plus, tu reprends ce qu'ils t'ont dit.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Ryan Levesque a bâti un business à 100 millions sur ce principe : demander d'abord, créer ensuite.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 un sondage de 3 questions à ta liste cette semaine, et note les formulations qui reviennent.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sondage pré-quiz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demandes « C'est quoi ton plus gros blocage pour lancer ton offre ? ». 80 personnes répondent « je n'ose pas me lancer ». Tu construis un quiz « Qu'est-ce qui t'empêche de lancer ton offre ? » avec leurs mots. Ça leur parle direct.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HACK  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76656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réponse = un contenu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58191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6128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ÇA MARCHE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statistique ou phrase forte de ton sondage devient un contenu : post, article, vidéo.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417320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581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84648" y="1563624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D6C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POURQUOI ÇA MARCHE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864608" y="1892808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 chiffres te donnent de l'autorité (« j'ai sondé 300 personnes, voici ce qui ressort ») et des sujets que ta cible veut vraiment.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26440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6128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ONT FAIT LES AUTRES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84124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newsletters et marques qui sondent leur audience ne manquent jamais d'idées : leur public écrit leurs sujets.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099816"/>
            <a:ext cx="3840480" cy="1517904"/>
          </a:xfrm>
          <a:prstGeom prst="roundRect">
            <a:avLst>
              <a:gd name="adj" fmla="val 48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2E386E">
                <a:alpha val="16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26440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84648" y="3246120"/>
            <a:ext cx="3127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 FAIRE CHEZ TOI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864608" y="3575304"/>
            <a:ext cx="343814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le résultat le plus surprenant de ton sondage en un post cette semaine.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Exemple concret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84124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réponse = un contenu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7863840" cy="2468880"/>
          </a:xfrm>
          <a:prstGeom prst="roundRect">
            <a:avLst>
              <a:gd name="adj" fmla="val 5185"/>
            </a:avLst>
          </a:prstGeom>
          <a:solidFill>
            <a:srgbClr val="EAEC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Ton sondage révèle que 7 personnes sur 10 abandonnent leur quiz par peur d'être jugées. Tu en fais un post « La vraie raison pour laquelle ton audience ne finit pas tes quiz ». Engagement énorme, parce que c'est leur vérité.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à éviter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FBEAF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E557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L'erreur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Inventer ce que veut ton audience depuis ton bureau, et créer un quiz ou une offre dans le vide.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926080"/>
            <a:ext cx="7863840" cy="1188720"/>
          </a:xfrm>
          <a:prstGeom prst="roundRect">
            <a:avLst>
              <a:gd name="adj" fmla="val 9231"/>
            </a:avLst>
          </a:prstGeom>
          <a:solidFill>
            <a:srgbClr val="EAF7F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9260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BB67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solution 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Demande d'abord. Un sondage court te donne leurs vrais mots, et tu crées du sur-mesure au lieu de deviner.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QUE TU SAIS MAINTENANT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50247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247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2588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le sondage te sert TOI : il récolte la vérité de ta cible.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23970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397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6311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sonder avant de créer, pour écrire avec leurs mots.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40080" y="2976944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76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2800350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que l'analyse IA sort les tendances de l'ensemble pour toi.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3714178"/>
            <a:ext cx="384048" cy="384048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71417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537585"/>
            <a:ext cx="7223760" cy="7372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sais transformer chaque réponse en contenu, autorité, offre.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58368" y="44577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peux déjà l'expliquer à quelqu'un qui n'y connaît rien.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91840"/>
            <a:ext cx="2377440" cy="2377440"/>
          </a:xfrm>
          <a:prstGeom prst="ellipse">
            <a:avLst/>
          </a:prstGeom>
          <a:solidFill>
            <a:srgbClr val="5D6CDB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PASSE À L'ÉCRAN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un sondage dans Tiquiz et lancer l'analyse IA sur les réponses.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58368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 te montre en direct, suis pas à pas.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mission du jour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789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valides le quiz du jour pour débloquer le suivant.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5337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5337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Écris 3 questions de sondage pour ta cible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57917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917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41744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Lance-le à ta liste ou ta communauté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304985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0498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143250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Repère les mots et blocages qui reviennent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4030789"/>
            <a:ext cx="402336" cy="402336"/>
          </a:xfrm>
          <a:prstGeom prst="ellipse">
            <a:avLst/>
          </a:prstGeom>
          <a:solidFill>
            <a:srgbClr val="2BB67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0789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3869055"/>
            <a:ext cx="7269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E38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 le plus surprenant en un contenu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7200" y="47594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</a:t>
            </a:r>
            <a:pPr indent="0" marL="0">
              <a:buNone/>
            </a:pPr>
            <a:r>
              <a:rPr lang="en-US" sz="900" dirty="0">
                <a:solidFill>
                  <a:srgbClr val="6B73A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·   Bonus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38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640080"/>
            <a:ext cx="2194560" cy="2194560"/>
          </a:xfrm>
          <a:prstGeom prst="ellipse">
            <a:avLst/>
          </a:prstGeom>
          <a:solidFill>
            <a:srgbClr val="5D6CD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023360"/>
            <a:ext cx="1554480" cy="1554480"/>
          </a:xfrm>
          <a:prstGeom prst="ellipse">
            <a:avLst/>
          </a:prstGeom>
          <a:solidFill>
            <a:srgbClr val="5D6CD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5B3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BRAVO, BONUS TERMINÉ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Dernier de cette série : exploiter les popquiz.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58368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ECF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L'Atelier du Quiz  ·  Méthode CAPTO®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L'Atelier du Quiz - Jour undefined</dc:title>
  <dc:subject>PptxGenJS Presentation</dc:subject>
  <dc:creator>L'Atelier du Quiz</dc:creator>
  <cp:lastModifiedBy>L'Atelier du Quiz</cp:lastModifiedBy>
  <cp:revision>1</cp:revision>
  <dcterms:created xsi:type="dcterms:W3CDTF">2026-07-09T14:35:12Z</dcterms:created>
  <dcterms:modified xsi:type="dcterms:W3CDTF">2026-07-09T14:35:12Z</dcterms:modified>
</cp:coreProperties>
</file>